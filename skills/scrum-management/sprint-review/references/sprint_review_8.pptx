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31520"/>
            <a:ext cx="1645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31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スプリントレビュー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</a:rPr>
              <a:t>第8回 Sprint 8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657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4B8A6"/>
                </a:solidFill>
              </a:rPr>
              <a:t>ユーザー管理 / User Management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4B8A6"/>
                </a:solidFill>
              </a:rPr>
              <a:t>契約管理 / Contract Management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4B8A6"/>
                </a:solidFill>
              </a:rPr>
              <a:t>新規契約作成 / New Contract Creation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</a:rPr>
              <a:t>契約編集 / Contract Editing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</a:rPr>
              <a:t>サプライヤー管理 / Supplier Management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</a:rPr>
              <a:t>バイヤー管理 / Buyer Management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</a:rPr>
              <a:t>コンポーネント共通化・UUID改善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アジェンダ  / 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ユーザー管理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5361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ユーザー登録・編集のUI更新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029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1097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契約管理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5361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詳細レイアウト・仕様変更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40280"/>
            <a:ext cx="5029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402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新規契約作成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77063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ステップバー・確認画面追加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2402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40280"/>
            <a:ext cx="5029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2402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契約編集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77063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ステップバー・削除・販売単価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74720"/>
            <a:ext cx="5029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74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3566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サプライヤー / バイヤー管理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40050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3ステップ招待フロー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474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474720"/>
            <a:ext cx="5029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474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40680" y="3566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共通化 / UUID / メール招待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40050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技術改善・保守性向上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ユーザー管理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User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 ユーザー管理 — 実装内容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601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ユーザー登録 UI更新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33502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FIGMA上のUIデザインを基づいて登録画面を更新。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117043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1704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2024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9659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ユーザー編集 UI更新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" y="234086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FIGMA上のUIデザインを基づいて編集画面を更新。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26680" y="217627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1762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契約管理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Contract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契約管理 — 実装内容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601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契約詳細ボタンのレイアウト変更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33502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見出しに操作対象の契約名を表示するよう変更。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117043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1704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2024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9659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契約テーブルの関連付け仕様変更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" y="234086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supplier_id × operation_company_id → supplier_id × buyer_id へ変更（次スプリント適用）。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26680" y="217627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1762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新規契約作成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New Contract Creation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新規契約作成 — 実装内容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601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タブ切り替え → ステップバー表示に変更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33502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ユーザーが現在のステップを直感的に把握できる UI へ改善。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117043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1704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2024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9659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ボタンのレイアウト変更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" y="234086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操作ボタンの配置・デザインを統一。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26680" y="217627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1762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9718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確認・登録画面の追加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34670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入力内容を最終確認してから登録できる確認画面を新設。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26680" y="318211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31821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契約編集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Contract Editing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 契約編集 — 実装内容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601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タブ切り替え → ステップバー表示に変更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33502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新規作成と統一した UX を実現。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117043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1704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2024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9659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契約番号の表示 / 契約削除機能の追加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" y="234086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一覧から識別しやすい契約番号表示と削除機能を実装。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26680" y="217627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1762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9718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販売単価ロジックの適用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34670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利益率（%入力）または仕入単価から自動計算する仕組みを実装。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26680" y="318211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31821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93192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93192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9776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確認・登録画面の追加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" y="435254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編集内容を最終確認してから保存できる確認画面を新設。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26680" y="418795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418795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サプライヤー / バイヤー管理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Supplier &amp; Buyer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  サプライヤー / バイヤー管理 — 3ステップ招待フロー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✉  招待 UI編集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管理ユーザーが招待できるよう UI を編集。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1440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14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🏢  企業情報入力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0574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新規会社として必要な情報を入力できる UI を追加。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0760" y="91440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91440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914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✅  確認・招待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0574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STEP1 &amp; STEP2 で入力した内容を確認する画面を追加。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566160"/>
            <a:ext cx="850392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566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✓  サプライヤー管理・バイヤー管理、共通の3ステップ招待フローを採用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技術改善・共通化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Technical Improvements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  技術改善 — 実装内容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601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コンポーネントの共通化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33502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各サイトで使用されているコンポーネントを共通化。保守性向上・コード重複を排除。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117043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1704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2024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9659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招待メール送信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" y="234086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管理者が招待 → 対象ユーザーに招待メール送信 → メール内リンクから初期登録画面へ遷移。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26680" y="217627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1762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9718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UUIDの改善 — ショートコードID採番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34670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形式: [Prefix][YYMMDD]-[ShortCode]　例: INV250312-XXXXX　Prefix は英大文字3文字（INV, ORD 等）。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26680" y="3182112"/>
            <a:ext cx="749808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31821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✓ 完了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  ショートコードID採番仕様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[Prefix]  [YYMMDD]  -  [ShortCode]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11680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Prefix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英大文字3文字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例: INV（請求書）、ORD（注文書）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011680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YYMMDD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作成年月日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YY=年下2桁, MM=月, DD=日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011680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ShortCode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25146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一意の識別コード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衝突なし・短く読みやすい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まとめ &amp; Q&amp;A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ユーザー管理 ： 登録・編集画面のUI更新完了（FIGMA準拠）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385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契約管理 ： レイアウト変更・DB関連付け仕様変更対応完了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505456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5054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新規契約作成 / 契約編集 ： ステップバー・確認画面を追加完了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072384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0723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サプライヤー / バイヤー管理 ： 3ステップ招待フローUI実装完了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639312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6393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コンポーネント共通化・招待メール送信・UUID改善を完了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0" y="4343400"/>
            <a:ext cx="27432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4343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ご質問・ご意見をお待ちしております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スプリントレビュー</dc:title>
  <dc:subject>PptxGenJS Presentation</dc:subject>
  <dc:creator>PptxGenJS</dc:creator>
  <cp:lastModifiedBy>PptxGenJS</cp:lastModifiedBy>
  <cp:revision>1</cp:revision>
  <dcterms:created xsi:type="dcterms:W3CDTF">2026-03-12T07:43:38Z</dcterms:created>
  <dcterms:modified xsi:type="dcterms:W3CDTF">2026-03-12T07:43:38Z</dcterms:modified>
</cp:coreProperties>
</file>